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4" d="100"/>
          <a:sy n="74" d="100"/>
        </p:scale>
        <p:origin x="859" y="6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223157" y="3583914"/>
            <a:ext cx="3400089" cy="861497"/>
          </a:xfrm>
        </p:spPr>
        <p:txBody>
          <a:bodyPr vert="horz" lIns="91440" tIns="45720" rIns="91440" bIns="45720" rtlCol="0" anchor="t">
            <a:normAutofit/>
          </a:bodyPr>
          <a:lstStyle/>
          <a:p>
            <a:pPr algn="r"/>
            <a:r>
              <a:rPr lang="en-US" b="0" dirty="0">
                <a:solidFill>
                  <a:schemeClr val="tx1"/>
                </a:solidFill>
              </a:rPr>
              <a:t>[Student Name </a:t>
            </a:r>
            <a:endParaRPr lang="en-IN" b="0" dirty="0">
              <a:solidFill>
                <a:schemeClr val="tx1"/>
              </a:solidFill>
            </a:endParaRPr>
          </a:p>
          <a:p>
            <a:pPr algn="r"/>
            <a:r>
              <a:rPr lang="en-US" b="0" dirty="0">
                <a:solidFill>
                  <a:schemeClr val="tx1"/>
                </a:solidFill>
              </a:rPr>
              <a:t>College Name-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4998720" cy="743448"/>
          </a:xfrm>
        </p:spPr>
        <p:txBody>
          <a:bodyPr>
            <a:normAutofit/>
          </a:bodyPr>
          <a:lstStyle/>
          <a:p>
            <a:r>
              <a:rPr lang="en-GB" sz="3200" dirty="0"/>
              <a:t>Project Title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3176362" cy="646331"/>
          </a:xfrm>
          <a:prstGeom prst="rect">
            <a:avLst/>
          </a:prstGeom>
          <a:noFill/>
        </p:spPr>
        <p:txBody>
          <a:bodyPr wrap="square" rtlCol="0">
            <a:spAutoFit/>
          </a:bodyPr>
          <a:lstStyle/>
          <a:p>
            <a:r>
              <a:rPr lang="en-US" b="1" dirty="0"/>
              <a:t>AICTE STU ID : (its available in your offer letter)</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r>
              <a:rPr lang="en-GB" dirty="0"/>
              <a:t>[write detail description about your project ]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r>
              <a:rPr lang="en-US" dirty="0"/>
              <a:t>https://github.com/AswiniKumar55/-Seasonal-Agriculture-Performance-Analysis-.git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vt:lpstr>
      <vt:lpstr>PROBLEM  STATEMENT</vt:lpstr>
      <vt:lpstr>Project Description [write detail description about your project ]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Shraddha Dange</cp:lastModifiedBy>
  <cp:revision>98</cp:revision>
  <dcterms:created xsi:type="dcterms:W3CDTF">2021-07-11T13:13:15Z</dcterms:created>
  <dcterms:modified xsi:type="dcterms:W3CDTF">2026-09-08T16:30:07Z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